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Do not read the slide. Go straight to what the system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talk around the three roles. Resist naming any data structure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per layer. The separation is what made the 72-check test suite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terminal here. Narration for each scene is in demo/DEMO_SCRIPT.md.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is short, read only the first column and the closing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development-process slide. Finding real defects is the evidence that testing was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answer to 'how will you handle questions about constraints.' Say the limits before anyone has to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The last line is the one worth leaving them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77440"/>
            <a:ext cx="146304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CPSC 315  ·  FINAL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Library Management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modules, from project plan to working system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Pelitera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people, three different jobs, one catalog.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298448"/>
          </a:xfrm>
          <a:prstGeom prst="roundRect">
            <a:avLst>
              <a:gd name="adj" fmla="val 3521"/>
            </a:avLst>
          </a:prstGeom>
          <a:solidFill>
            <a:srgbClr val="F5F7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36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34640" y="16367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book, borrows it, sees what is due and when.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34640" y="20574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part of a title or author. Does not need an ISBN.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11064240" cy="1298448"/>
          </a:xfrm>
          <a:prstGeom prst="roundRect">
            <a:avLst>
              <a:gd name="adj" fmla="val 3521"/>
            </a:avLst>
          </a:prstGeom>
          <a:solidFill>
            <a:srgbClr val="F5F7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181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31181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items back in and works the overdue list.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35387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which items are late, by how long, and who has them.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71416"/>
            <a:ext cx="11064240" cy="1298448"/>
          </a:xfrm>
          <a:prstGeom prst="roundRect">
            <a:avLst>
              <a:gd name="adj" fmla="val 3521"/>
            </a:avLst>
          </a:prstGeom>
          <a:solidFill>
            <a:srgbClr val="F5F7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5994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45994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the collection as a whole.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502005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titles, copies, and what is currently out.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using the system needs to know what a hash table is. That is the test the interface has to pass.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put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layers. Each one only talks to the layer below it.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77440" y="1572768"/>
            <a:ext cx="4535424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50592" y="1572768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menus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77456" y="1572768"/>
            <a:ext cx="4535424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572768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2633472"/>
            <a:ext cx="2185416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2633472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2633472"/>
            <a:ext cx="2185416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633472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77456" y="2633472"/>
            <a:ext cx="2185416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0608" y="2633472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27464" y="2633472"/>
            <a:ext cx="2185416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0616" y="2633472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694176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77440" y="3694176"/>
            <a:ext cx="2185416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3694176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(books)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27448" y="3694176"/>
            <a:ext cx="2185416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694176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(accounts)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077456" y="3694176"/>
            <a:ext cx="2185416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3694176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(due dates)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427464" y="3694176"/>
            <a:ext cx="2185416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0616" y="3694176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tree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(suggestions)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475488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377440" y="4754880"/>
            <a:ext cx="2968752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50592" y="4754880"/>
            <a:ext cx="2822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510784" y="4754880"/>
            <a:ext cx="2968752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83936" y="4754880"/>
            <a:ext cx="2822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644128" y="4754880"/>
            <a:ext cx="2968752" cy="841248"/>
          </a:xfrm>
          <a:prstGeom prst="roundRect">
            <a:avLst>
              <a:gd name="adj" fmla="val 5435"/>
            </a:avLst>
          </a:prstGeom>
          <a:solidFill>
            <a:srgbClr val="F5F7FA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7280" y="4754880"/>
            <a:ext cx="2822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a structure can be swapped without touching anything above it, and the logic can be tested without typing on a keyboard.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scenes, about three minutes. Scripted so it runs the same way every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borrow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2585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refusal that explains itself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91693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5753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view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23367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report (librarian)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89204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report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0" y="1600200"/>
            <a:ext cx="5943600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1728216"/>
            <a:ext cx="56144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SEARCH CATALOG            Mike / Student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 or author: apollo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Digital Apollo        3 available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The Apollo Guidance   all copies out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titles found.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Back to menu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Select [1-3]: 1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Checked out: Digital Apollo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Due in 21 days (day 121).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4160520"/>
            <a:ext cx="594360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1025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4288536"/>
            <a:ext cx="561441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OVERDUE REPORT       A. Rivera / Librarian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of day 100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Design Patterns    Priya     9 days late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 Lean Startup   Sam       4 days late</a:t>
            </a: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endParaRPr lang="en-US" sz="900" dirty="0"/>
          </a:p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 overdue items.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three consecutive runs produce byte-identical output. A recorded run stands by as the fallback.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structures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was chosen for the question it answers quickly.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9144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5120640"/>
              </a:tblGrid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answers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the right 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54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this exact book?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table on ISBN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jump to the record, no matter how big the catalog gets.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due soonest?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 on due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Earliest date always sits on top, so overdue items never require a full scan.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this patron?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 +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list keeps accounts in order; the index finds one without walking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else might they like?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of co-borrowing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which titles get read together, which a list or tree cannot express.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suggestion is best?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of scores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Puts candidates in ranked order, which a graph has no way to 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version of the lesson: the structure with the better textbook complexity is not automatically the better choice. Binary search beats a hash table on paper and lost here, because keeping the catalog sorted costs more than it saves.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testing actually found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defects that passed all sixty of the original checks.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3226"/>
            </a:avLst>
          </a:prstGeom>
          <a:solidFill>
            <a:srgbClr val="F5F7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465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overdue notice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939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patron, two copies of the same title.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1746504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loan lookup stored a single loan ID per patron and title, assuming nobody could hold two copies. Nothing enforced that. The second checkout overwrote the first, leaving a deadline entry that could never be cleared. Both copies came back and the system still reported one overdue.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11064240" cy="1417320"/>
          </a:xfrm>
          <a:prstGeom prst="roundRect">
            <a:avLst>
              <a:gd name="adj" fmla="val 3226"/>
            </a:avLst>
          </a:prstGeom>
          <a:solidFill>
            <a:srgbClr val="F5F7FA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192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connections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6667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Trimming the recommendation graph.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3319272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title keeps its 50 strongest links. The trim removed dropped links from one end only, so the other title kept pointing back at something that had forgotten it.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was individually correct in both cases. Suite is now at 72 checks, with a regression test holding each failure in place.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5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in advance so these are answers, not surprises.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764792"/>
            <a:ext cx="45720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916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saved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039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memory and is gone when the program closes.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709928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records out on exit and read them back at startup.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843784"/>
            <a:ext cx="45720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706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at a time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1181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simultaneous checkouts of a last copy could both succeed.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lock covering the account list and its index together.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922776"/>
            <a:ext cx="45720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8496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holds, fines, or renewals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1970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Module 2, never built.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86791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per title plus a balance on the account.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5001768"/>
            <a:ext cx="45720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928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compression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52760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coding is in the project spec and is not implemented.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494690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meaningful once there is a file on disk to compress.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is written up in the technical report with what closing it would take.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got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modules, each one depending on the last.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102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design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80560" y="1554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architecture, UML, interface mock-ups.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777240" cy="548640"/>
          </a:xfrm>
          <a:prstGeom prst="roundRect">
            <a:avLst>
              <a:gd name="adj" fmla="val 8333"/>
            </a:avLst>
          </a:prstGeom>
          <a:solidFill>
            <a:srgbClr val="102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042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3042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23042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and accounts, with the tests that go with them.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777240" cy="548640"/>
          </a:xfrm>
          <a:prstGeom prst="roundRect">
            <a:avLst>
              <a:gd name="adj" fmla="val 8333"/>
            </a:avLst>
          </a:prstGeom>
          <a:solidFill>
            <a:srgbClr val="102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5409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5409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80560" y="305409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Borrowing, deadlines, and the recommendation engine.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777240" cy="548640"/>
          </a:xfrm>
          <a:prstGeom prst="roundRect">
            <a:avLst>
              <a:gd name="adj" fmla="val 8333"/>
            </a:avLst>
          </a:prstGeom>
          <a:solidFill>
            <a:srgbClr val="102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0390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8039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80560" y="380390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defects found and fixed. Suite grew 60 to 72 checks.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53712"/>
            <a:ext cx="777240" cy="548640"/>
          </a:xfrm>
          <a:prstGeom prst="roundRect">
            <a:avLst>
              <a:gd name="adj" fmla="val 8333"/>
            </a:avLst>
          </a:prstGeom>
          <a:solidFill>
            <a:srgbClr val="102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5371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553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80560" y="455371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and technical report. Writing them exposed four interface problems.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777240" cy="548640"/>
          </a:xfrm>
          <a:prstGeom prst="roundRect">
            <a:avLst>
              <a:gd name="adj" fmla="val 8333"/>
            </a:avLst>
          </a:prstGeom>
          <a:solidFill>
            <a:srgbClr val="1025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035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5303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480560" y="5303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and a scripted demo.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I did not expect: writing the user guide found more interface problems than testing did.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2026-10-02T01:29:09Z</dcterms:created>
  <dcterms:modified xsi:type="dcterms:W3CDTF">2026-10-02T01:29:09Z</dcterms:modified>
</cp:coreProperties>
</file>